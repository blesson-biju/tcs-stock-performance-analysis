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7" r:id="rId17"/>
    <p:sldId id="278" r:id="rId18"/>
    <p:sldId id="27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66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253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871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638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185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221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412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229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53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385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852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126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112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426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8585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76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4196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397746-AABC-6D3D-C2EA-01F72DE919F9}"/>
              </a:ext>
            </a:extLst>
          </p:cNvPr>
          <p:cNvSpPr txBox="1"/>
          <p:nvPr/>
        </p:nvSpPr>
        <p:spPr>
          <a:xfrm>
            <a:off x="1332269" y="1423313"/>
            <a:ext cx="99994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TCS Stock Price Analysis &amp; Prediction Using Machine Learning</a:t>
            </a:r>
            <a:endParaRPr lang="en-IN" sz="4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3B0AB5-90AC-AC6A-1CEF-9F128FB2D561}"/>
              </a:ext>
            </a:extLst>
          </p:cNvPr>
          <p:cNvSpPr txBox="1"/>
          <p:nvPr/>
        </p:nvSpPr>
        <p:spPr>
          <a:xfrm>
            <a:off x="1332269" y="391673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Tools:</a:t>
            </a:r>
            <a:br>
              <a:rPr lang="en-IN" dirty="0"/>
            </a:br>
            <a:r>
              <a:rPr lang="en-IN" dirty="0"/>
              <a:t>Python (Pandas, Scikit-learn), Power BI, DAX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3BBF9F-2A01-2586-9C45-046DE8C167FC}"/>
              </a:ext>
            </a:extLst>
          </p:cNvPr>
          <p:cNvSpPr txBox="1"/>
          <p:nvPr/>
        </p:nvSpPr>
        <p:spPr>
          <a:xfrm>
            <a:off x="6666271" y="5040011"/>
            <a:ext cx="38247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Blesson Biju</a:t>
            </a:r>
          </a:p>
          <a:p>
            <a:pPr>
              <a:buNone/>
            </a:pPr>
            <a:r>
              <a:rPr lang="en-IN" sz="2000" b="1" dirty="0"/>
              <a:t>UMID – UMID27112571779</a:t>
            </a:r>
          </a:p>
          <a:p>
            <a:r>
              <a:rPr lang="en-IN" sz="2000" b="1"/>
              <a:t>Dec 1</a:t>
            </a:r>
            <a:r>
              <a:rPr lang="en-IN" sz="2000" b="1" baseline="30000"/>
              <a:t>st</a:t>
            </a:r>
            <a:r>
              <a:rPr lang="en-IN" sz="2000" b="1"/>
              <a:t> Batch</a:t>
            </a:r>
          </a:p>
        </p:txBody>
      </p:sp>
    </p:spTree>
    <p:extLst>
      <p:ext uri="{BB962C8B-B14F-4D97-AF65-F5344CB8AC3E}">
        <p14:creationId xmlns:p14="http://schemas.microsoft.com/office/powerpoint/2010/main" val="538801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BB641-3E95-2CC4-89AB-E7876A7F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6F6243-5ABA-AAA6-4D8D-53110672CD4E}"/>
              </a:ext>
            </a:extLst>
          </p:cNvPr>
          <p:cNvSpPr txBox="1"/>
          <p:nvPr/>
        </p:nvSpPr>
        <p:spPr>
          <a:xfrm>
            <a:off x="3591231" y="88490"/>
            <a:ext cx="5009538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Statement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BE2C55-C647-CCB9-6B33-55307825C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597" y="1321870"/>
            <a:ext cx="10533653" cy="11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Stock price prediction helps investors make informed decisions.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Historical stock data can be analyzed to forecast future price trends.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B6F382-CDA6-50EF-8BD8-3F4AB03B939B}"/>
              </a:ext>
            </a:extLst>
          </p:cNvPr>
          <p:cNvSpPr txBox="1"/>
          <p:nvPr/>
        </p:nvSpPr>
        <p:spPr>
          <a:xfrm>
            <a:off x="948597" y="2631523"/>
            <a:ext cx="10132358" cy="2329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/>
              <a:t>Objective: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Analyze historical TCS stock data.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Build a machine learning model to predict closing prices.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a Power BI dashboard for trend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66703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35CE8-1A55-4D54-3180-7A77F150D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6D2096-CD73-BB27-FCE3-13D1BBB63331}"/>
              </a:ext>
            </a:extLst>
          </p:cNvPr>
          <p:cNvSpPr txBox="1"/>
          <p:nvPr/>
        </p:nvSpPr>
        <p:spPr>
          <a:xfrm>
            <a:off x="3186757" y="557108"/>
            <a:ext cx="5403145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Dataset Description</a:t>
            </a:r>
            <a:endParaRPr lang="en-US" sz="4000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E5E4636-71AC-3061-CE40-C0CCC3317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013" y="1831452"/>
            <a:ext cx="9346854" cy="168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Historical stock data (Date, Open, High, Low, Close, Volume)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period covered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records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4F2124F-208D-060F-4CC0-336B39B34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013" y="3429000"/>
            <a:ext cx="4482317" cy="168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performed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converted to datetime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775744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F6286-29AF-73E2-4D77-CE2FF523C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27D7DA-FFE9-AE68-1386-6F365949CF1A}"/>
              </a:ext>
            </a:extLst>
          </p:cNvPr>
          <p:cNvSpPr txBox="1"/>
          <p:nvPr/>
        </p:nvSpPr>
        <p:spPr>
          <a:xfrm>
            <a:off x="2261419" y="413194"/>
            <a:ext cx="8406581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Exploratory Data Analysis (EDA)</a:t>
            </a:r>
            <a:endParaRPr lang="en-US" sz="40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F4154F-3527-034A-6734-EFDCB9D9A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2658" y="1743154"/>
            <a:ext cx="4786888" cy="168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Closing price trend over time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Volume trend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vs Low comparison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5B206CC-15EB-E57B-6A3E-66D80F2B1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2658" y="3360176"/>
            <a:ext cx="5689378" cy="168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Long-term upward/downward trend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Volatility patterns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trading volume periods</a:t>
            </a:r>
          </a:p>
        </p:txBody>
      </p:sp>
    </p:spTree>
    <p:extLst>
      <p:ext uri="{BB962C8B-B14F-4D97-AF65-F5344CB8AC3E}">
        <p14:creationId xmlns:p14="http://schemas.microsoft.com/office/powerpoint/2010/main" val="121610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5EC9A-5118-C4DC-55EE-C9E815BFD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E3A0C4-6358-3890-ECB4-733EC43F8354}"/>
              </a:ext>
            </a:extLst>
          </p:cNvPr>
          <p:cNvSpPr txBox="1"/>
          <p:nvPr/>
        </p:nvSpPr>
        <p:spPr>
          <a:xfrm>
            <a:off x="845574" y="245807"/>
            <a:ext cx="12172335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Data Preprocessing &amp; Feature Engineering</a:t>
            </a:r>
            <a:endParaRPr lang="en-US" sz="40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04E8E4-24C2-19BC-ABBC-376A7741D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0645" y="1454011"/>
            <a:ext cx="4510402" cy="2932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Train-test split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Scaling (if applied)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selection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Time-series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1757268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A3F37-1291-6A3E-D12F-3F2044105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336236-FB0A-DF94-5738-BD20B0243418}"/>
              </a:ext>
            </a:extLst>
          </p:cNvPr>
          <p:cNvSpPr txBox="1"/>
          <p:nvPr/>
        </p:nvSpPr>
        <p:spPr>
          <a:xfrm>
            <a:off x="0" y="294968"/>
            <a:ext cx="12192000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/>
              <a:t>Model Building</a:t>
            </a:r>
            <a:endParaRPr lang="en-US" sz="4000" b="1" dirty="0">
              <a:latin typeface="+mj-l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6B85C66-A70C-7DA5-F072-960C078B4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555" y="1842979"/>
            <a:ext cx="9058890" cy="11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 used (Linear Regression / Random Forest / etc.)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approach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D9D6DB-4147-2F0D-F083-C15EB10B6730}"/>
              </a:ext>
            </a:extLst>
          </p:cNvPr>
          <p:cNvSpPr txBox="1"/>
          <p:nvPr/>
        </p:nvSpPr>
        <p:spPr>
          <a:xfrm>
            <a:off x="994671" y="3232355"/>
            <a:ext cx="10202658" cy="1301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The model captures general trend but may struggle with sudden volatility.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620492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6219B-16BC-6A22-DF63-0A41B8D22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90500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/>
              <a:t>Interactive Stock Dashboard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6592A20-5624-5CE3-10EE-7E248CEFB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826" y="1512086"/>
            <a:ext cx="3902671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Closing price trend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Volume analysis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Year-wise performance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Filters by 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6E3DC6-A071-F198-EEC2-0625EE7D79AC}"/>
              </a:ext>
            </a:extLst>
          </p:cNvPr>
          <p:cNvSpPr txBox="1"/>
          <p:nvPr/>
        </p:nvSpPr>
        <p:spPr>
          <a:xfrm>
            <a:off x="1081546" y="4076771"/>
            <a:ext cx="9458633" cy="1128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/>
              <a:t>Investors can identify peak periods, trend reversals, and volume spikes.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139492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90F8B-0415-43E7-6505-A36D17106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7484" y="-442453"/>
            <a:ext cx="12191999" cy="190500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/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026D14-5E0D-BF17-C1A5-0BD29098B80A}"/>
              </a:ext>
            </a:extLst>
          </p:cNvPr>
          <p:cNvSpPr txBox="1"/>
          <p:nvPr/>
        </p:nvSpPr>
        <p:spPr>
          <a:xfrm>
            <a:off x="1885335" y="1285566"/>
            <a:ext cx="6169742" cy="4610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Key Findings: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TCS shows long-term growth trend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Volume correlates with volatility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ML model predicts general movement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Limitations: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Market sentiment not included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External economic factors ignored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Future Scope: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LSTM for time-series forecasting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Incorporate news sentiment analysis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Real-time prediction deployment</a:t>
            </a:r>
          </a:p>
        </p:txBody>
      </p:sp>
    </p:spTree>
    <p:extLst>
      <p:ext uri="{BB962C8B-B14F-4D97-AF65-F5344CB8AC3E}">
        <p14:creationId xmlns:p14="http://schemas.microsoft.com/office/powerpoint/2010/main" val="3893208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6EB39B-663A-029D-A721-7AAA09D7C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74142"/>
            <a:ext cx="12192000" cy="35838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0566D3-B2AC-404F-4D49-1944429D6B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955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48705C-4FB6-A74D-3380-BD201E11F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15148"/>
            <a:ext cx="12192000" cy="36428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96EAAF-2C9F-045B-8AF6-1D2DC4011C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983" y="1"/>
            <a:ext cx="12192000" cy="328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32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D8E486-30A5-1E70-CC1F-B850FCD3D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3429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56DA6D-A4C9-DD97-FD99-273746898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2968"/>
            <a:ext cx="12192000" cy="351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228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BBA49E-7B49-774C-6DB8-20DD9E8D0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3014"/>
            <a:ext cx="12192000" cy="23458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83F99C-B82B-E901-3DF5-CC3C38D38D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50831"/>
            <a:ext cx="12192000" cy="25321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D9D10B-93FA-BD36-D347-8939591710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90"/>
            <a:ext cx="12192000" cy="223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719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67B7FE-A924-C26E-E222-740AD8F6FC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74375"/>
            <a:ext cx="12192000" cy="2094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C54914-6E90-B3C7-0ADE-13C177CC2E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3728"/>
            <a:ext cx="12192000" cy="20942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E65DE3-B546-8FAA-294E-41432E0537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267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16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3F1759-7247-1043-26DD-909870D5B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11156"/>
            <a:ext cx="12192000" cy="48172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59062B-F501-B1F3-A649-C00061B03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46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76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C3B14-225E-9A16-C456-9A5FB3A2F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F164A6-2551-9D7C-6CC0-ECE826382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1168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56D3D8-DF45-55ED-BAA2-481640BC94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16826"/>
            <a:ext cx="12192000" cy="374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066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259C0A-B84B-A9F4-2254-86A98EBBF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87328"/>
            <a:ext cx="12192000" cy="37706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74B81A-35E5-9CEF-7ED0-CFFD78EB19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08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149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64B15B-EF73-FCA9-0DD9-B3A6A5C7C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17111"/>
            <a:ext cx="12192000" cy="37408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075626-D3B6-5CED-AB37-A3B3E47E29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996"/>
            <a:ext cx="12192000" cy="31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942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AC2F8B1-9901-AAB3-CECC-21C99839B8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4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0936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106</TotalTime>
  <Words>252</Words>
  <Application>Microsoft Office PowerPoint</Application>
  <PresentationFormat>Widescreen</PresentationFormat>
  <Paragraphs>53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Century Gothic</vt:lpstr>
      <vt:lpstr>Wingdings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Interactive Stock Dashboard</vt:lpstr>
      <vt:lpstr>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Blesson Biju</dc:creator>
  <cp:lastModifiedBy>Blesson Biju</cp:lastModifiedBy>
  <cp:revision>4</cp:revision>
  <dcterms:created xsi:type="dcterms:W3CDTF">2026-02-07T13:10:56Z</dcterms:created>
  <dcterms:modified xsi:type="dcterms:W3CDTF">2026-02-19T13:56:29Z</dcterms:modified>
</cp:coreProperties>
</file>